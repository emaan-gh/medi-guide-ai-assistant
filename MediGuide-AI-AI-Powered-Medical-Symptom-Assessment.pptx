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MediGuide AI: AI-Powered Medical Symptom Assessment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LangChain and OpenAI-powered application for structured, safety-focused preliminary health guidance.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Unreliable Health Information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1548"/>
            <a:ext cx="6296860" cy="1358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8549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Unstructured Self-Diagnosis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8549" y="25015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turn to random websites when experiencing symptoms, encountering contradictory and unverified information.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41601"/>
            <a:ext cx="6296860" cy="1358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8549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Anxiety &amp; Confusion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8549" y="40315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Unreliable results amplify worry and leave patients unsure of what steps to take next.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71653"/>
            <a:ext cx="6296860" cy="1358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549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Gap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8549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responsible, structured guidance system is needed — one that informs without overstepping clinical boundaries.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MediGuide AI?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71316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MediGuide AI is an intelligent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Streamlit application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powered by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LangChain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OpenAI LLM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guides patients through a structured symptom assessment.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06516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Inputs Accepted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633201" y="3549452"/>
            <a:ext cx="690326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symptoms, duration, and severity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conditions, medications, and additional notes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40938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It Produces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33201" y="4893667"/>
            <a:ext cx="690326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Structured, safety-focused preliminary guidance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disclaimer: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i="1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claims a confirmed diagnosis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44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110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 Objectives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13185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803995"/>
            <a:ext cx="5342796" cy="2540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947763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 OpenAI Models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348309"/>
            <a:ext cx="534279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ChatOpenAI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connect to OpenAI chat models.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87424" y="1513185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87424" y="1803995"/>
            <a:ext cx="5342796" cy="2540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9" name="Text 7"/>
          <p:cNvSpPr/>
          <p:nvPr/>
        </p:nvSpPr>
        <p:spPr>
          <a:xfrm>
            <a:off x="6187424" y="1947763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Reusable Prompts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87424" y="2348309"/>
            <a:ext cx="534279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PromptTemplate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ChatPromptTemplate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2972594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263404"/>
            <a:ext cx="5342796" cy="2540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407172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 Messages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1475" y="3807718"/>
            <a:ext cx="534279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SystemMessage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HumanMessage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AIMessage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87424" y="2972594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87424" y="3263404"/>
            <a:ext cx="5342796" cy="2540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87424" y="3407172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Force JSON Output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87424" y="3807718"/>
            <a:ext cx="534279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 the model to return exact JSON schema and parse it safely.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475" y="4720927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1475" y="5011738"/>
            <a:ext cx="5342796" cy="2540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5155505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Pipelines &amp; Stream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1475" y="5556052"/>
            <a:ext cx="53427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reusable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LLMChain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pipelines; stream output for responsive UX.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187424" y="4720927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87424" y="5011738"/>
            <a:ext cx="5342796" cy="2540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87424" y="5155505"/>
            <a:ext cx="534279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Apply Caching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87424" y="5556052"/>
            <a:ext cx="534279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InMemoryCache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SQLiteCache</a:t>
            </a:r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reduce cost and latency.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023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103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97806"/>
            <a:ext cx="435559" cy="435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34096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3.10+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61475" y="2502595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for the entire application.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6155" y="1497806"/>
            <a:ext cx="435559" cy="4355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6155" y="2134096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LangChain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196155" y="2502595"/>
            <a:ext cx="533406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langchain-openai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langchain-community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langchain-core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91656"/>
            <a:ext cx="435559" cy="4355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727946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OpenAI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61475" y="4096445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provider — e.g. 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gpt-4o-mini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for language model inference.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6155" y="3091656"/>
            <a:ext cx="435559" cy="4355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6155" y="3727946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196155" y="4096445"/>
            <a:ext cx="533406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 framework for interactive, data-driven web apps.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85506"/>
            <a:ext cx="435559" cy="4355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321796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python-dotenv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661475" y="5690295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management via 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to keep API keys safe.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6155" y="4685506"/>
            <a:ext cx="435559" cy="43557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6155" y="5321796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Caching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6196155" y="5690295"/>
            <a:ext cx="533406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InMemoryCache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speed; 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SQLiteCache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persistence across sessions.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&amp; Requirements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283289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29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Inputs Collected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035399"/>
            <a:ext cx="5315512" cy="253702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symptoms, duration, severity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conditions, medications, and notes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333930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29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Response Fields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3541812"/>
            <a:ext cx="5315512" cy="253702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Summary, possible conditions, urgency level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steps, doctor questions, warning signs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1475" y="3845719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29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Additional Capabilities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1475" y="4048224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streaming narrative into the UI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 to speed up repeated requests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disclaimer on every relevant screen</a:t>
            </a:r>
            <a:endParaRPr lang="en-US" sz="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6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LangChain Concepts to Implement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14785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81014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ChatOpenAI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218829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the OpenAI chat model as the LLM backbone.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614785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181014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Messages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218829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conversations using System, Human, and AI message types.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208040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40340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PromptTemplate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3812084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single-string templates with dynamic variables.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208040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403402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ChatPromptTemplate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3812084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+ Human conversation templates with embedded safety rules.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801295"/>
            <a:ext cx="5339820" cy="1410593"/>
          </a:xfrm>
          <a:prstGeom prst="roundRect">
            <a:avLst>
              <a:gd name="adj" fmla="val 5628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832" y="499665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JSON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6832" y="5405338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 the model to return an exact JSON schema; parse safely.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801295"/>
            <a:ext cx="5339919" cy="1410593"/>
          </a:xfrm>
          <a:prstGeom prst="roundRect">
            <a:avLst>
              <a:gd name="adj" fmla="val 5628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5658" y="499665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LLMChain + Streaming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85658" y="5405338"/>
            <a:ext cx="4949205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reusable assessment pipeline; stream output via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.stream()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75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spc="-10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Architecture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94607"/>
            <a:ext cx="6918350" cy="3436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89" y="3063443"/>
            <a:ext cx="1565637" cy="19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chains.py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66289" y="4357844"/>
            <a:ext cx="1565637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prompts.py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09335" y="4357844"/>
            <a:ext cx="1565637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9987" y="3060073"/>
            <a:ext cx="1565637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app.py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04074" y="1462980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Breakdown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04074" y="1885752"/>
            <a:ext cx="3532397" cy="2921893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Streamlit UI (run this file)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src/config.py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Settings and form options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src/prompts.py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PromptTemplate, ChatPromptTemplate, JSON schema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src/chains.py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ChatOpenAI, LLMChain, streaming logic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src/cache_manager.py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In-memory and SQLite caching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src/utils.py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Safe JSON parsing and helpers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04074" y="4982270"/>
            <a:ext cx="3532397" cy="1161355"/>
          </a:xfrm>
          <a:prstGeom prst="roundRect">
            <a:avLst>
              <a:gd name="adj" fmla="val 6195"/>
            </a:avLst>
          </a:prstGeom>
          <a:solidFill>
            <a:srgbClr val="1100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321" y="5220791"/>
            <a:ext cx="214109" cy="1712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60677" y="5164733"/>
            <a:ext cx="2804546" cy="796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must be included at the project root.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802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Caching Strategy: InMemoryCache vs SQLiteCache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77344"/>
            <a:ext cx="10868745" cy="1838821"/>
          </a:xfrm>
          <a:prstGeom prst="roundRect">
            <a:avLst>
              <a:gd name="adj" fmla="val 4317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883694"/>
            <a:ext cx="5428023" cy="1826121"/>
          </a:xfrm>
          <a:custGeom>
            <a:avLst/>
            <a:gdLst/>
            <a:ahLst/>
            <a:cxnLst/>
            <a:rect l="l" t="t" r="r" b="b"/>
            <a:pathLst>
              <a:path w="5428023" h="1826121">
                <a:moveTo>
                  <a:pt x="66156" y="0"/>
                </a:moveTo>
                <a:lnTo>
                  <a:pt x="5428023" y="0"/>
                </a:lnTo>
                <a:lnTo>
                  <a:pt x="5428023" y="1826121"/>
                </a:lnTo>
                <a:lnTo>
                  <a:pt x="66156" y="1826121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10080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07270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InMemoryCache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481388"/>
            <a:ext cx="505000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in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RAM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fastest possible retrieval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 survive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 restart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a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active session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883694"/>
            <a:ext cx="5428023" cy="1826121"/>
          </a:xfrm>
          <a:custGeom>
            <a:avLst/>
            <a:gdLst/>
            <a:ahLst/>
            <a:cxnLst/>
            <a:rect l="l" t="t" r="r" b="b"/>
            <a:pathLst>
              <a:path w="5428023" h="1826121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759963"/>
                </a:lnTo>
                <a:arcTo hR="66158" wR="66156" stAng="0" swAng="5400000"/>
                <a:lnTo>
                  <a:pt x="0" y="1826121"/>
                </a:lnTo>
                <a:lnTo>
                  <a:pt x="0" y="0"/>
                </a:lnTo>
                <a:close/>
              </a:path>
            </a:pathLst>
          </a:custGeom>
          <a:solidFill>
            <a:srgbClr val="110080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883694"/>
            <a:ext cx="25399" cy="1826121"/>
          </a:xfrm>
          <a:prstGeom prst="roundRect">
            <a:avLst>
              <a:gd name="adj" fmla="val 50001"/>
            </a:avLst>
          </a:prstGeom>
          <a:solidFill>
            <a:srgbClr val="2A1999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307270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SQLiteCache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481388"/>
            <a:ext cx="505000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in a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.db file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disk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with slight overhead;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survives restarts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reusing results across sessions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928791"/>
            <a:ext cx="10868745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the cache once with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set_llm_cache()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LangChain checks it automatically before every model call. Submitting the same form twice should be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visibly faster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second time.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84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Safety, Testing &amp; Submission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47081"/>
            <a:ext cx="3496877" cy="373241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8183" y="2210991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282852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Requirements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3237210"/>
            <a:ext cx="3068065" cy="157817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Clearly labelled as educational only — no confirmed diagnoses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urgency level urges calling emergency services immediately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2047081"/>
            <a:ext cx="3496877" cy="3732411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4067" y="2210991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282852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Scenarios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4561766" y="3237210"/>
            <a:ext cx="3068065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urgency: runny nose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urgency: fever + cough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urgency: chest pain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validation, empty input handling, multi-language support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3244" y="2047081"/>
            <a:ext cx="3496877" cy="3732411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39952" y="2210991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282852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Submission Checklist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247650" y="3237210"/>
            <a:ext cx="3068065" cy="23278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 with all source files and working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README with setup instructions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recording or live demo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Well-commented, modular code throughout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2026-08-28T06:37:48Z</dcterms:created>
  <dcterms:modified xsi:type="dcterms:W3CDTF">2026-08-28T06:37:48Z</dcterms:modified>
</cp:coreProperties>
</file>